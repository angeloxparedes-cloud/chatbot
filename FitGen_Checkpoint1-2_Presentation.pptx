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85800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85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CAPSTONE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FitGen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RAG-Based Telegram Chatbot for Personalized Workout Plan Generation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4160520"/>
            <a:ext cx="310896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(Foundation &amp; Data Pipeline)  •  Checkpoint 2 (Prompt Architecture &amp; Vector Indexing)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080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Professional Elective #4 — Generative AI Systems  |  Instructor: Jessie A. Melendres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fitness guidance shouldn't require a personal trainer's budget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plans don't fit the person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workout PDFs and apps are one-size-fits-all — they ignore experience level, equipment access, and injury history, which can create real injury risk for beginners.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64408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218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trainers are effective but costly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58444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 trainer solves the personalization problem, but it's inaccessible for students and budget-conscious individuals.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562856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562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45171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content can't hold a conversation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488289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can't answer “this exercise hurts my knees” or “I only have dumbbells” — or explain the reasoning behind exercise selection.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76072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F7F7F9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760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Telegram: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platform most users already have installed — no separate app download needed to get personalized guidance.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FitGen is for, and how we'll know it works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unsure where to start, and intermediate users wanting structured progression, without access to a personal trainer.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enthusiasts or students who want a quick, chat-based reference tool to adjust routines by equipment, time, or muscle focus.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5120640"/>
            <a:ext cx="484632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from manually researching scattered advice, to messaging a bot and instantly getting a structured, sourced routine.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670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55080" y="3337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exercise recommendations cite a source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2560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6700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4000" y="3337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retrieval + response latency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2702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355080" y="4937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user profiles handled without hallucination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06840" y="4160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42702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144000" y="4937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cases respect equipment/injury constraints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57607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9E795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5760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live test users rate plans “clear and appropriately tailored”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FitGen's end-to-end pipeline, exactly as implemented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2450592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" y="3044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Markdown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02536" y="2802636"/>
            <a:ext cx="256032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2368296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2441448" y="2450592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&amp;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3044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src/ingest/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67912" y="2802636"/>
            <a:ext cx="256032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4233672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306824" y="2450592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88536" y="3044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data/processed/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733288" y="2802636"/>
            <a:ext cx="256032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9048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450592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Chain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53912" y="3044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src/rag/chain.py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98664" y="2802636"/>
            <a:ext cx="256032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7964424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037576" y="2450592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19288" y="3044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464040" y="2802636"/>
            <a:ext cx="256032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5" name="Shape 23"/>
          <p:cNvSpPr/>
          <p:nvPr/>
        </p:nvSpPr>
        <p:spPr>
          <a:xfrm>
            <a:off x="9829800" y="237744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9902952" y="2450592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84664" y="3044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src/bot/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2920" y="397764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776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→ FAISS retrieves top-4 relevant chunks → chunks + chat history are injected into a grounded prompt → Gemini generates the answer → reply sent back through Telegram → conversation is remembered per chat for follow-ups.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02920" y="5779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docs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291840" y="5779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080760" y="5779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69680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Top-4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869680" y="5779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retrieved per query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57 real source documents, ready for retrieval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in the structured database (exercises.csv)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muscle_group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movement_pattern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9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precautions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574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training-principle reference documents (Markdown)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3832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Overload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&amp; Cool-Down Protocols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Design &amp; Training Splits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Safety &amp; Modifications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Sets, Reps &amp; Rest Guidelines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806440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806440"/>
            <a:ext cx="10744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(per Project Proposal):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exercise science references (ACE/ACSM-style training principles), open exercise databases, and compiled programming reference sheets.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current repo dataset is a realistic, instructor-approved sample built to match that scope for development — swap in the fully-sourced version before final submission.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Preprocessing: turning messy Markdown into clean, retrievable text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2B2B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Progressive Overload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**Increase load** by *2.5-5%*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Do this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 blank lines above.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310896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286000"/>
            <a:ext cx="4800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Progressive Overload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Increase load by 2.5-5%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 blank lines above.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 (src/ingest/preprocess.py)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502920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138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Unicode normalization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486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quotes → plain characters (NFKC)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9392" y="502920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5138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 Markdown syntax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62272" y="5486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bullets, numbered lists, bold/italic markers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55864" y="502920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5138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Collapse whitespace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38744" y="5486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blank lines and extra spaces removed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generation: turning text chunks into searchable vectors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208483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Chunk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" y="254203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“Increase load by 2.5-5%...”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017520" y="2368296"/>
            <a:ext cx="365760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20116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08483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all-MiniLM-L6-v2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75304" y="254203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(HuggingFace)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0" y="2368296"/>
            <a:ext cx="365760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6903720" y="20116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976872" y="208483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384-dim Vector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58584" y="254203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[0.021, -0.183, ...]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CHOICE: sentence-transformers/all-MiniLM-L6-v2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73152" cy="713232"/>
          </a:xfrm>
          <a:prstGeom prst="roundRect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2160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API cost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0050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via Hugging Face — embedding the entire dataset costs nothing and has no rate limits.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544568"/>
            <a:ext cx="73152" cy="713232"/>
          </a:xfrm>
          <a:prstGeom prst="roundRect">
            <a:avLst/>
          </a:prstGeom>
          <a:solidFill>
            <a:srgbClr val="F9E79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1713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on this dataset size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all 84 chunks in seconds on CPU; no GPU required for a knowledge base this size.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340096"/>
            <a:ext cx="73152" cy="713232"/>
          </a:xfrm>
          <a:prstGeom prst="roundRect">
            <a:avLst/>
          </a:prstGeom>
          <a:solidFill>
            <a:srgbClr val="F9E79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126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Right-sized for short technical text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5596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 keep the FAISS index small and fast, with strong semantic similarity performance on short exercise descriptions.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layered prompts, each with a specific job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2F3C7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31720"/>
            <a:ext cx="3657600" cy="3200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RULES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Constrains the model's role and behavior before it sees any question.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PREVENTS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capital of France?” → correctly declined as out-of-scope instead of answered from general knowledge.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87452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8745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2331720"/>
            <a:ext cx="365760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Prompt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GROUNDING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3108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Fences retrieved chunks + chat history so the model can't blend them with its own general knowledge.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2628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PREVENTS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4526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for an advanced technique missing from our dataset → model builds the closest supported plan instead of inventing one.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2440" y="187452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1874520"/>
            <a:ext cx="3657600" cy="777240"/>
          </a:xfrm>
          <a:prstGeom prst="roundRect">
            <a:avLst>
              <a:gd name="adj" fmla="val 11765"/>
            </a:avLst>
          </a:prstGeom>
          <a:solidFill>
            <a:srgbClr val="2F3C7E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2440" y="2331720"/>
            <a:ext cx="3657600" cy="3200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Refusal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75320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PROTECTION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2104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3108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stop-and-consult-a-professional response for red-flag pain symptoms.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2104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PREVENTS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45262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shoulder pops and hurts sharply” → model refuses to prescribe an exercise and recommends professional care.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indexing: how FitGen finds the right chunks instantly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librarian's index card system — but cards are sorted by meaning, not the alphabet.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3063240"/>
            <a:ext cx="256032" cy="25603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Shape 7"/>
          <p:cNvSpPr/>
          <p:nvPr/>
        </p:nvSpPr>
        <p:spPr>
          <a:xfrm>
            <a:off x="1408176" y="2743200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1792224" y="3063240"/>
            <a:ext cx="256032" cy="25603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Shape 9"/>
          <p:cNvSpPr/>
          <p:nvPr/>
        </p:nvSpPr>
        <p:spPr>
          <a:xfrm>
            <a:off x="2176272" y="2743200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3063240"/>
            <a:ext cx="256032" cy="25603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44368" y="2743200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3328416" y="3063240"/>
            <a:ext cx="256032" cy="25603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embedded chunks (384-dim vectors each)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77640" y="2788920"/>
            <a:ext cx="502920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51460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4690872" y="2587752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Index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3182112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langchain_community.vectorstores.FAISS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89520" y="2788920"/>
            <a:ext cx="502920" cy="201168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26060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“my knees hurt during squats”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66760" y="3063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Top-4 most similar chunks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069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ACTUAL CONFIGURATION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4805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RecursiveCharacterTextSplitter, size=500, overlap=75; each exercise row kept as one atomic chunk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919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size: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vectors, 384 dimensions each, saved to data/processed/faiss_index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535838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similarity search, k=4 chunks injected into every prompt (src/rag/retriever.py)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579729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inner-product search over normalized embeddings — mathematically equivalent to cosine similarity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metric comparison: an actual experiment on our data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tested: “my knees hurt during squats, what should I do”  —  ranked results per metric: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40280"/>
          <a:ext cx="11155680" cy="1554480"/>
        </p:xfrm>
        <a:graphic>
          <a:graphicData uri="http://schemas.openxmlformats.org/drawingml/2006/table">
            <a:tbl>
              <a:tblPr/>
              <a:tblGrid>
                <a:gridCol w="1097280"/>
                <a:gridCol w="3566160"/>
                <a:gridCol w="3566160"/>
                <a:gridCol w="292608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 Distance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injury_safety_modifications.md (0.3156)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chunk (1.1699)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chunk (0.3156)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exercises.csv#row5 (0.1645)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chunk (1.2927)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chunk (0.1645)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exercises.csv#row8 (0.1463)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chunk (1.3067)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chunk (0.1463)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97764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9E795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06908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agree: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embeddings are unit-normalized, and for normalized vectors, cosine similarity = dot product exactly, while Euclidean distance is a monotonic function of cosine similarity (‖a-b‖² = 2 − 2·cos(a,b)). All three metrics are mathematically forced to agree — confirmed by our own experiment output, not assumed.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magnitude-invariant (fair comparison between short exercise rows and long prose chunks), and implemented efficiently via FAISS inner-product search on our pre-normalized vectors.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contributions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075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Frederick Paredes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4414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103120"/>
            <a:ext cx="0" cy="68580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7220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RAG Architecture, Prompting, Deployment &amp; Documentation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Jeeruz Marl Tabar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200400"/>
            <a:ext cx="0" cy="68580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3474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exercise/training reference sources; reviewed prompt outputs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4340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Luke Kibry Jao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4636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Support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4297680"/>
            <a:ext cx="0" cy="68580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2200" y="4572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end-to-end testing of the Telegram bot across sample profiles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257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7F7F9"/>
          </a:solidFill>
          <a:ln w="12700">
            <a:solidFill>
              <a:srgbClr val="E3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44068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54480" y="5367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Clein Lord Will Surigao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54480" y="57332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Review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5394960"/>
            <a:ext cx="0" cy="68580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5394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5669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checkpoint write-ups and the final report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FitGen — Checkpoint 1 &amp; 2 Progress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&amp; 2 deliverables, complete and verified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947672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— problem, users, dataset, success criteria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478024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57-document dataset ingested (52 exercises + 5 reference guides)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008376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93522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with before/after evidence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538728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46557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 generation (all-MiniLM-L6-v2, 384-dim)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9959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3-prompt architecture with hallucination/off-topic examples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599432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599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 with working similarity search (84 chunks)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94360" y="5129784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50566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Cosine vs. Euclidean vs. Dot Product comparison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4360" y="5989320"/>
            <a:ext cx="10972800" cy="0"/>
          </a:xfrm>
          <a:prstGeom prst="line">
            <a:avLst/>
          </a:prstGeom>
          <a:noFill/>
          <a:ln w="12700">
            <a:solidFill>
              <a:srgbClr val="4450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RAG orchestration, conversational memory, and Telegram deployment (Checkpoints 3 &amp; 4).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2026-08-22T11:43:38Z</dcterms:created>
  <dcterms:modified xsi:type="dcterms:W3CDTF">2026-08-22T11:43:38Z</dcterms:modified>
</cp:coreProperties>
</file>